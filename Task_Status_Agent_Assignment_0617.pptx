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Introduce the agentic task status system — a real-world agent built on an actual project plan Excel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real-world problem this agent solves. Manual spreadsheet tracking leads to stale data and missed deadlines.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two-app architecture. Both apps share the same document folder, ChromaDB index, and BM25 retrieval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requirement from the assignment brief and show how the agent satisfies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6 steps. Emphasise that step 4 is the human-in-the-loop boundary — the agent stops and waits for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4 tools are the agent's hands. Each one touches the external world. Emphasise the separation of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is what makes this an agent rather than a simple form. Each variable persists across Streamlit reruns, giving the agent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answers the assignment brief's question: what does the agent do autonomously vs what needs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the RAG component. Focus on the row-per-chunk insight — that was the key fix that made retrieval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exactly what columns the agent touches. Emphasise that original data is never overwritten — a new file is always created.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email feature closes the agentic loop. The agent waits for human input across all tasks, then autonomously compiles and sends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challenges encountered during development. Show the debugging mindset — each problem led to a specific, reasoned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This is a real agentic system, not a toy. It solves a real problem with proper tool use, state, and human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AGENTIC SYSTEM · WEEK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Status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system that detects active tasks, prompts for status updates,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state across steps, and writes results back to Excel.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5371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53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Tool Calling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455371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553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State Management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455371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4553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Human-in-the-Loop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task progress manually is slow, error-prone, and never up to date.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Effort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must find and update their tasks in a spreadsheet — no prompting, no guidance.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checks the plan daily. Actual start/end dates are never filled in accurately.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Spots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and blocked tasks go unnoticed until a deadline is missed.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Solution: An agent that automatically finds today's tasks and guides the user through a structured update.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Two-app system sharing the same document store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app.py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RAG Q&amp;A Chat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documents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agent.py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Status Update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965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user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updates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3017520"/>
            <a:ext cx="45720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Shared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documents/  Excel + CSV + PDF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4290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429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chroma_db/  Vector 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42900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429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chunks.pkl + bm25.pkl  Retrieval index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agent.py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How this system meets every agentic criterion from the brief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43560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289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Decides what to do next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tasks active today based on date range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43560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30368" y="1289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 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0368" y="1581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Excel (openpyxl), writes updated Excel, scans filesystem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3055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3317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1854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 state across steps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4780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 stores tasks, updates, and progress index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13055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3317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21854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Recovers from errors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24780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for missing files, bad dates, empty sheets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26664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22783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3081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handoff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" y="33741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pauses at each task — human decides status &amp; notes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26664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22783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30368" y="3081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one-shot LLM call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33741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loop: detect → prompt → accumulate → save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922776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" y="41239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" y="3977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" y="42702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on status (Done/Blocked/Delayed), loops per task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22776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64608" y="41239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30368" y="3977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a real task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0368" y="42702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actual project Excel plan — real data, real dates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FCC"/>
                </a:solidFill>
              </a:rPr>
              <a:t>Step-by-step control flow through a single agent run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44168" y="1527048"/>
            <a:ext cx="411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1371600" cy="256032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21031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documents/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" y="26517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.xlsx file via glob()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filesystem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67128" y="1234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79776" y="1527048"/>
            <a:ext cx="411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55648" y="2011680"/>
            <a:ext cx="1371600" cy="256032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21031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Excel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10512" y="26517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rows with openpyxl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365760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47088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openpyxl read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02736" y="1234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02736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15384" y="1527048"/>
            <a:ext cx="411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91256" y="2011680"/>
            <a:ext cx="1371600" cy="256032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1031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by date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26517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≤ Today ≤ End OR overdue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82696" y="365760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date compare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38344" y="1234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38344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50992" y="1527048"/>
            <a:ext cx="411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2011680"/>
            <a:ext cx="1371600" cy="256032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21031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user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81728" y="26517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task card, ask status+notes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18304" y="365760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73952" y="1234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086600" y="1527048"/>
            <a:ext cx="411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62472" y="2011680"/>
            <a:ext cx="1371600" cy="256032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21031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update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17336" y="26517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session_state.updates{}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53912" y="365760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53912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session_state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909560" y="1234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98080" y="2011680"/>
            <a:ext cx="1371600" cy="256032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52944" y="21031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Excel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552944" y="26517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updated file with today's date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89520" y="3657600"/>
            <a:ext cx="1188720" cy="685800"/>
          </a:xfrm>
          <a:prstGeom prst="round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openpyxl write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the Agent Calls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Every external interaction is a discrete, callable tool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Filesystem Scanner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709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glob.glob() + os.path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— find the Excel file in documents/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77840" y="1371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Reader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709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openpyxl.load_workbook()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— load all task rows into memory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32004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Filter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datetime.date.today()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— find tasks active or overdue today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7840" y="32004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Writer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openpyxl.Workbook()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4069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— save updated file with today's date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FCC"/>
                </a:solidFill>
              </a:rPr>
              <a:t>What the agent remembers between steps — all held in st.session_state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4416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44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active_tasks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active or overdue today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Persists: Every page rerun — tasks don't reload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34416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344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current_idx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 the agent is currently reviewing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Persists: Each Save &amp; Next click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441448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551176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51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862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{task_id: {Status, Notes, Actual dates}}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136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Persists: Accumulates across every task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441448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4608" y="2551176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551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bool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862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all tasks have been reviewed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3136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Persists: Prevents duplicate file saves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648456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3758184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758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97280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saved_path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of the output Excel file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Persists: Shown in final summary screen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648456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4608" y="3758184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758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column names, file path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Persists: Shared across all steps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boundary between what the agent does autonomously and what needs a human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Agent Decides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tasks are active 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tasks are overdue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 Start Date to 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609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 End Date to 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53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naming with today's 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colour coding by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7ED"/>
          </a:solidFill>
          <a:ln w="12700">
            <a:solidFill>
              <a:srgbClr val="FDB9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984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  Human Decides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task status (Done, Blocked…)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task is truly delayed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68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context about blockers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609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skip a task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53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agent-detected errors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754880"/>
            <a:ext cx="841248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The agent pauses at each task card and cannot proceed until the human makes a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(app.py)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FCC"/>
                </a:solidFill>
              </a:rPr>
              <a:t>A hybrid retrieval system that answers questions about the task documents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· CSV · PDF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35608" y="19659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5336" y="128016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1E406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1056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91056" y="1920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Row-per-chunk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60904" y="19659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128016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0D5C6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16352" y="1920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86200" y="19659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95928" y="128016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096B6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41648" y="1920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11496" y="19659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21224" y="128016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077A6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 Fusion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66944" y="1920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merge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36792" y="19659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28016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058A6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1920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62088" y="19659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71816" y="128016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17536" y="1371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17536" y="19202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3291840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337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Row-per-chunk strategy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566160" y="33375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CSV row = one chunk so queries like 'end date of UI-1.3' retrieve the exact task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858768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044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ChromaDB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566160" y="39044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catch exact task IDs; vectors catch semantic queries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425696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714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query detection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566160" y="44714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'List all UI tasks' bypasses reranker and scans all chunks directly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What the agent reads, what it writes, and how the file is structured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77240"/>
                <a:gridCol w="77724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Target Date / End Target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to detect active/overdue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with user's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with user's free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Start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to planned start if In Progress/Blocked/Delayed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End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to today if Done/Completed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 exactly as-is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file: Development_Plan_Task_Dependencies_updated_2026-06-15.xlsx  ·  Colour-coded rows by status  ·  Original file untouched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Completion: Email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agent's final action after human review ends — a stakeholder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Ends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processed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92808" y="1828800"/>
            <a:ext cx="14630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2344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325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Done vs Issues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84448" y="1828800"/>
            <a:ext cx="14630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2344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325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9476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Blocked/Delayed/Not Started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76088" y="1828800"/>
            <a:ext cx="14630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12344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325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Email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tables + Excel attached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67728" y="1828800"/>
            <a:ext cx="14630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23444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0D948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325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(SMTP)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78040" y="17830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App Password auth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6974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97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agent's autonomous completion step — it runs only after the human-in-the-loop review finishes, closing the loop from data update to stakeholder communication.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Email Contains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767328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6791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8039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401421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reviewed, completed, issue count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767328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867912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8039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table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401421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Blocked/Delayed/Not Started, highlighted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334256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43484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43708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task table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" y="45811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with status, dates, notes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4334256"/>
            <a:ext cx="41148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443484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43708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attachment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45811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updated workbook, optional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FCC"/>
                </a:solidFill>
              </a:rPr>
              <a:t>Real problems encountered and how they were resolved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62456"/>
            <a:ext cx="274320" cy="27432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280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missing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22192" y="1499616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33088" y="136245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28016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from 512-word chunks to row-per-chunk — each task row becomes its own dedicated chunk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841248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1984248"/>
            <a:ext cx="274320" cy="27432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19019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 failures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22192" y="2121408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33088" y="198424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190195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returns datetime objects; added multi-format parse_date() handling datetime, date, and string formats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478024"/>
            <a:ext cx="841248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2606040"/>
            <a:ext cx="274320" cy="27432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252374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file ~$ errors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22192" y="274320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33088" y="260604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252374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glob results to skip files starting with ~$ (Excel lock files)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99816"/>
            <a:ext cx="841248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3227832"/>
            <a:ext cx="274320" cy="27432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314553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CSV + XLSX data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22192" y="3364992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33088" y="322783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3308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314553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one format in documents/ — agent warned user to remove duplicate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721608"/>
            <a:ext cx="841248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3849624"/>
            <a:ext cx="274320" cy="27432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" y="37673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timeouts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822192" y="3986784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33088" y="38496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33088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37673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timeout to 300s, trimmed context to 4000 chars, reduced num_predict to 256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343400"/>
            <a:ext cx="8412480" cy="530352"/>
          </a:xfrm>
          <a:prstGeom prst="roundRect">
            <a:avLst>
              <a:gd name="adj" fmla="val 12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" y="4471416"/>
            <a:ext cx="274320" cy="27432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1248" y="4389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 changes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822192" y="4608576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33088" y="44714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33088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80560" y="43891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exact-match then flexible fallback detection — agent adapts to renamed columns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detects today's active tasks automatically — no manual searching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discrete tools: filesystem scan, Excel read, date filter, Excel write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state variables persist across steps giving the agent memory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718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at every task — agent cannot proceed without input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5661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colour-coded Excel with actual dates and status updates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1605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app runs alongside for document-grounded question answering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8046720" cy="347472"/>
          </a:xfrm>
          <a:prstGeom prst="roundRect">
            <a:avLst>
              <a:gd name="adj" fmla="val 15789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177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Built on a real project plan — not a demo. Every task, date, and update is live data.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Task Status System</dc:title>
  <dc:subject>PptxGenJS Presentation</dc:subject>
  <dc:creator>Student Assignment</dc:creator>
  <cp:lastModifiedBy>Student Assignment</cp:lastModifiedBy>
  <cp:revision>1</cp:revision>
  <dcterms:created xsi:type="dcterms:W3CDTF">2026-06-18T00:42:47Z</dcterms:created>
  <dcterms:modified xsi:type="dcterms:W3CDTF">2026-06-18T00:42:47Z</dcterms:modified>
</cp:coreProperties>
</file>